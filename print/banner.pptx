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116000" cy="331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Finished size 281 x 92 mm. Print at 100% scale with background graphics switched on, or the maroon bar will not appear.</a:t>
            </a:r>
          </a:p>
          <a:p/>
          <a:p>
            <a:r>
              <a:t>The QR code points at oberrieden.pub/review, which redirects to the pub's Google listing. If that Google link ever changes, the redirect is what changes - this code stays valid, so printed copies keep working.</a:t>
            </a:r>
          </a:p>
          <a:p/>
          <a:p>
            <a:r>
              <a:t>Do not put this up until the website is live and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Finished size 281 x 92 mm. Print at 100% scale with background graphics switched on, or the maroon bar will not appear.</a:t>
            </a:r>
          </a:p>
          <a:p/>
          <a:p>
            <a:r>
              <a:t>The QR code points at oberrieden.pub/review, which redirects to the pub's Google listing. If that Google link ever changes, the redirect is what changes - this code stays valid, so printed copies keep working.</a:t>
            </a:r>
          </a:p>
          <a:p/>
          <a:p>
            <a:r>
              <a:t>Do not put this up until the website is live and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000" y="18000"/>
            <a:ext cx="10080000" cy="3276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4000" y="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000" y="1188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000" y="1962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Neue Website. Immer noch das gleiche gute Bier.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000" y="2304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Hat es Ihnen gefallen? Sagen Sie es Google. Wenn nicht, dem Wirt.</a:t>
            </a:r>
          </a:p>
        </p:txBody>
      </p:sp>
      <p:pic>
        <p:nvPicPr>
          <p:cNvPr id="8" name="Picture 7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00" y="846000"/>
            <a:ext cx="1800000" cy="1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24000" y="2700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BEWERTEN SIE 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000" y="18000"/>
            <a:ext cx="10080000" cy="3276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4000" y="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000" y="1188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000" y="1962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New website. Still the same great beer.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000" y="2304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Enjoyed it? Tell Google. If not, tell the landlord.</a:t>
            </a:r>
          </a:p>
        </p:txBody>
      </p:sp>
      <p:pic>
        <p:nvPicPr>
          <p:cNvPr id="8" name="Picture 7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00" y="846000"/>
            <a:ext cx="1800000" cy="1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24000" y="2700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REVIEW 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