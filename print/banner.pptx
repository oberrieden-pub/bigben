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A4 landscape sheet, two strips, one cut. Finished size 281 x 92 mm each. Print at 100% scale with background graphics switched on, or the maroon bar will not appear.</a:t>
            </a:r>
          </a:p>
          <a:p/>
          <a:p>
            <a:r>
              <a:t>The QR code points at oberrieden.pub/review, which redirects to the pub's Google listing. If that Google link ever changes, the redirect is what changes - this code stays valid, so printed copies keep working.</a:t>
            </a:r>
          </a:p>
          <a:p/>
          <a:p>
            <a:r>
              <a:t>Do not put this up until the website is live and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8000" y="288000"/>
            <a:ext cx="10116000" cy="3312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8000" y="28800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2000" y="28800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476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250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Neue Website. Immer noch das gleiche gute Bier.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592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Hat es Ihnen gefallen? Sagen Sie es Google. Wenn nicht, dem Wirt.</a:t>
            </a:r>
          </a:p>
        </p:txBody>
      </p:sp>
      <p:pic>
        <p:nvPicPr>
          <p:cNvPr id="8" name="Picture 7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000" y="1134000"/>
            <a:ext cx="1800000" cy="1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12000" y="2988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BEWERTEN SIE 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3960000"/>
            <a:ext cx="10116000" cy="3312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8000" y="396000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2000" y="396000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5148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5922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New website. Still the same great beer.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264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Enjoyed it? Tell Google. If not, tell the landlord.</a:t>
            </a:r>
          </a:p>
        </p:txBody>
      </p:sp>
      <p:pic>
        <p:nvPicPr>
          <p:cNvPr id="16" name="Picture 15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000" y="4806000"/>
            <a:ext cx="1800000" cy="18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12000" y="6660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REVIEW 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00" y="3780000"/>
            <a:ext cx="10116000" cy="0"/>
          </a:xfrm>
          <a:prstGeom prst="line">
            <a:avLst/>
          </a:prstGeom>
          <a:ln w="9525">
            <a:solidFill>
              <a:srgbClr val="C4BCB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44000" y="3582000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A99F92"/>
                </a:solidFill>
                <a:latin typeface="Calibri"/>
              </a:rPr>
              <a:t>schneiden / cut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