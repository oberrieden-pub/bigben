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A4 landscape sheet, two strips, one cut. Finished size 281 x 92 mm each. Print at 100% scale with background graphics switched on, or the maroon bar will not appear.</a:t>
            </a:r>
          </a:p>
          <a:p/>
          <a:p>
            <a:r>
              <a:t>The left code points at oberrieden.pub/review, which redirects to the pub's Google listing; the right one at oberrieden.pub/instagram. If either link ever changes, the redirect is what changes - the codes stay valid, so printed copies keep working.</a:t>
            </a:r>
          </a:p>
          <a:p/>
          <a:p>
            <a:r>
              <a:t>Do not put this up until the website is live and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8000" y="288000"/>
            <a:ext cx="10116000" cy="3312000"/>
          </a:xfrm>
          <a:prstGeom prst="rect">
            <a:avLst/>
          </a:prstGeom>
          <a:solidFill>
            <a:srgbClr val="FBF7F0"/>
          </a:solidFill>
          <a:ln w="12700">
            <a:solidFill>
              <a:srgbClr val="531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88000" y="288000"/>
            <a:ext cx="10116000" cy="432000"/>
          </a:xfrm>
          <a:prstGeom prst="rect">
            <a:avLst/>
          </a:prstGeom>
          <a:solidFill>
            <a:srgbClr val="53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92000" y="288000"/>
            <a:ext cx="9108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DDBA7A"/>
                </a:solidFill>
                <a:latin typeface="Trebuchet MS"/>
              </a:rPr>
              <a:t>BIG BEN PUB  ·  OBERRIEDEN DORF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152000"/>
            <a:ext cx="565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531C23"/>
                </a:solidFill>
                <a:latin typeface="Georgia"/>
              </a:rPr>
              <a:t>oberrieden.pub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926000"/>
            <a:ext cx="565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A6239"/>
                </a:solidFill>
                <a:latin typeface="Georgia"/>
              </a:rPr>
              <a:t>Neue Website. Immer noch das gleiche gute Bier.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268000"/>
            <a:ext cx="56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31C23"/>
                </a:solidFill>
                <a:latin typeface="Calibri"/>
              </a:rPr>
              <a:t>Hat es Ihnen gefallen? Sagen Sie es Google.</a:t>
            </a:r>
            <a:br/>
            <a:r>
              <a:rPr sz="1400" b="0">
                <a:solidFill>
                  <a:srgbClr val="531C23"/>
                </a:solidFill>
                <a:latin typeface="Calibri"/>
              </a:rPr>
              <a:t>Wenn nicht, dem Wirt.</a:t>
            </a:r>
          </a:p>
        </p:txBody>
      </p:sp>
      <p:pic>
        <p:nvPicPr>
          <p:cNvPr id="8" name="Picture 7" descr="q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000" y="1188000"/>
            <a:ext cx="1512000" cy="151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52000" y="2772000"/>
            <a:ext cx="17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50">
                <a:solidFill>
                  <a:srgbClr val="531C23"/>
                </a:solidFill>
                <a:latin typeface="Trebuchet MS"/>
              </a:rPr>
              <a:t>BEWERTEN SIE UNS</a:t>
            </a:r>
          </a:p>
        </p:txBody>
      </p:sp>
      <p:pic>
        <p:nvPicPr>
          <p:cNvPr id="10" name="Picture 9" descr="qr-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00" y="1188000"/>
            <a:ext cx="1512000" cy="151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80000" y="2772000"/>
            <a:ext cx="17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50">
                <a:solidFill>
                  <a:srgbClr val="531C23"/>
                </a:solidFill>
                <a:latin typeface="Trebuchet MS"/>
              </a:rPr>
              <a:t>FOLGEN SIE 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3960000"/>
            <a:ext cx="10116000" cy="3312000"/>
          </a:xfrm>
          <a:prstGeom prst="rect">
            <a:avLst/>
          </a:prstGeom>
          <a:solidFill>
            <a:srgbClr val="FBF7F0"/>
          </a:solidFill>
          <a:ln w="12700">
            <a:solidFill>
              <a:srgbClr val="531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8000" y="3960000"/>
            <a:ext cx="10116000" cy="432000"/>
          </a:xfrm>
          <a:prstGeom prst="rect">
            <a:avLst/>
          </a:prstGeom>
          <a:solidFill>
            <a:srgbClr val="53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2000" y="3960000"/>
            <a:ext cx="9108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DDBA7A"/>
                </a:solidFill>
                <a:latin typeface="Trebuchet MS"/>
              </a:rPr>
              <a:t>BIG BEN PUB  ·  OBERRIEDEN DORF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824000"/>
            <a:ext cx="5652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531C23"/>
                </a:solidFill>
                <a:latin typeface="Georgia"/>
              </a:rPr>
              <a:t>oberrieden.pub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598000"/>
            <a:ext cx="565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A6239"/>
                </a:solidFill>
                <a:latin typeface="Georgia"/>
              </a:rPr>
              <a:t>New website. Still the same great beer.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5940000"/>
            <a:ext cx="56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31C23"/>
                </a:solidFill>
                <a:latin typeface="Calibri"/>
              </a:rPr>
              <a:t>Enjoyed it? Tell Google.</a:t>
            </a:r>
            <a:br/>
            <a:r>
              <a:rPr sz="1400" b="0">
                <a:solidFill>
                  <a:srgbClr val="531C23"/>
                </a:solidFill>
                <a:latin typeface="Calibri"/>
              </a:rPr>
              <a:t>If not, tell the landlord.</a:t>
            </a:r>
          </a:p>
        </p:txBody>
      </p:sp>
      <p:pic>
        <p:nvPicPr>
          <p:cNvPr id="18" name="Picture 17" descr="q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000" y="4860000"/>
            <a:ext cx="1512000" cy="151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52000" y="6444000"/>
            <a:ext cx="17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50">
                <a:solidFill>
                  <a:srgbClr val="531C23"/>
                </a:solidFill>
                <a:latin typeface="Trebuchet MS"/>
              </a:rPr>
              <a:t>REVIEW US</a:t>
            </a:r>
          </a:p>
        </p:txBody>
      </p:sp>
      <p:pic>
        <p:nvPicPr>
          <p:cNvPr id="20" name="Picture 19" descr="qr-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00" y="4860000"/>
            <a:ext cx="1512000" cy="151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0000" y="6444000"/>
            <a:ext cx="172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50">
                <a:solidFill>
                  <a:srgbClr val="531C23"/>
                </a:solidFill>
                <a:latin typeface="Trebuchet MS"/>
              </a:rPr>
              <a:t>FOLLOW 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00" y="3780000"/>
            <a:ext cx="10116000" cy="0"/>
          </a:xfrm>
          <a:prstGeom prst="line">
            <a:avLst/>
          </a:prstGeom>
          <a:ln w="9525">
            <a:solidFill>
              <a:srgbClr val="C4BC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