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692000" cy="7560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A4 landscape sheet, two strips, one cut. Finished size 281 x 92 mm each. Print at 100% scale with background graphics switched on, or the maroon bar will not appear.</a:t>
            </a:r>
          </a:p>
          <a:p/>
          <a:p>
            <a:r>
              <a:t>The QR code points at oberrieden.pub/review, which redirects to the pub's Google listing. If that Google link ever changes, the redirect is what changes - this code stays valid, so printed copies keep working.</a:t>
            </a:r>
          </a:p>
          <a:p/>
          <a:p>
            <a:r>
              <a:t>Do not put this up until the website is live and 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88000" y="288000"/>
            <a:ext cx="10116000" cy="3312000"/>
          </a:xfrm>
          <a:prstGeom prst="rect">
            <a:avLst/>
          </a:prstGeom>
          <a:solidFill>
            <a:srgbClr val="FBF7F0"/>
          </a:solidFill>
          <a:ln w="12700">
            <a:solidFill>
              <a:srgbClr val="531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288000" y="288000"/>
            <a:ext cx="10116000" cy="432000"/>
          </a:xfrm>
          <a:prstGeom prst="rect">
            <a:avLst/>
          </a:prstGeom>
          <a:solidFill>
            <a:srgbClr val="53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92000" y="288000"/>
            <a:ext cx="9108000" cy="4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spc="300">
                <a:solidFill>
                  <a:srgbClr val="DDBA7A"/>
                </a:solidFill>
                <a:latin typeface="Trebuchet MS"/>
              </a:rPr>
              <a:t>BIG BEN PUB  ·  OBERRIEDEN DORF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152000"/>
            <a:ext cx="7092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>
                <a:solidFill>
                  <a:srgbClr val="531C23"/>
                </a:solidFill>
                <a:latin typeface="Georgia"/>
              </a:rPr>
              <a:t>oberrieden.pub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1926000"/>
            <a:ext cx="709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A6239"/>
                </a:solidFill>
                <a:latin typeface="Georgia"/>
              </a:rPr>
              <a:t>Neue Website. Immer noch das gleiche gute Bier.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268000"/>
            <a:ext cx="709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31C23"/>
                </a:solidFill>
                <a:latin typeface="Calibri"/>
              </a:rPr>
              <a:t>Hat es Ihnen gefallen? Sagen Sie es Google. Wenn nicht, dem Wirt.</a:t>
            </a:r>
          </a:p>
        </p:txBody>
      </p:sp>
      <p:pic>
        <p:nvPicPr>
          <p:cNvPr id="8" name="Picture 7" descr="qr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0000" y="1134000"/>
            <a:ext cx="1800000" cy="18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12000" y="2988000"/>
            <a:ext cx="23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150">
                <a:solidFill>
                  <a:srgbClr val="531C23"/>
                </a:solidFill>
                <a:latin typeface="Trebuchet MS"/>
              </a:rPr>
              <a:t>BEWERTEN SIE UNS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00" y="3960000"/>
            <a:ext cx="10116000" cy="3312000"/>
          </a:xfrm>
          <a:prstGeom prst="rect">
            <a:avLst/>
          </a:prstGeom>
          <a:solidFill>
            <a:srgbClr val="FBF7F0"/>
          </a:solidFill>
          <a:ln w="12700">
            <a:solidFill>
              <a:srgbClr val="531C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88000" y="3960000"/>
            <a:ext cx="10116000" cy="432000"/>
          </a:xfrm>
          <a:prstGeom prst="rect">
            <a:avLst/>
          </a:prstGeom>
          <a:solidFill>
            <a:srgbClr val="53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92000" y="3960000"/>
            <a:ext cx="9108000" cy="4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spc="300">
                <a:solidFill>
                  <a:srgbClr val="DDBA7A"/>
                </a:solidFill>
                <a:latin typeface="Trebuchet MS"/>
              </a:rPr>
              <a:t>BIG BEN PUB  ·  OBERRIEDEN DORF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4824000"/>
            <a:ext cx="7092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>
                <a:solidFill>
                  <a:srgbClr val="531C23"/>
                </a:solidFill>
                <a:latin typeface="Georgia"/>
              </a:rPr>
              <a:t>oberrieden.pub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5598000"/>
            <a:ext cx="709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A6239"/>
                </a:solidFill>
                <a:latin typeface="Georgia"/>
              </a:rPr>
              <a:t>New website. Still the same great beer.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5940000"/>
            <a:ext cx="709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31C23"/>
                </a:solidFill>
                <a:latin typeface="Calibri"/>
              </a:rPr>
              <a:t>Enjoyed it? Tell Google. If not, tell the landlord.</a:t>
            </a:r>
          </a:p>
        </p:txBody>
      </p:sp>
      <p:pic>
        <p:nvPicPr>
          <p:cNvPr id="16" name="Picture 15" descr="qr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0000" y="4806000"/>
            <a:ext cx="1800000" cy="180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812000" y="6660000"/>
            <a:ext cx="23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150">
                <a:solidFill>
                  <a:srgbClr val="531C23"/>
                </a:solidFill>
                <a:latin typeface="Trebuchet MS"/>
              </a:rPr>
              <a:t>REVIEW US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88000" y="3780000"/>
            <a:ext cx="10116000" cy="0"/>
          </a:xfrm>
          <a:prstGeom prst="line">
            <a:avLst/>
          </a:prstGeom>
          <a:ln w="9525">
            <a:solidFill>
              <a:srgbClr val="C4BCB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